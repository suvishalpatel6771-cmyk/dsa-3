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Brygada 1918"/>
      <p:regular r:id="rId201314"/>
    </p:embeddedFont>
    <p:embeddedFont>
      <p:font typeface="Brygada 1918 SemiBold"/>
      <p:regular r:id="rId201315"/>
    </p:embeddedFont>
    <p:embeddedFont>
      <p:font typeface="Brygada 1918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?>
<ns0:Relationships xmlns:ns0="http://schemas.openxmlformats.org/package/2006/relationships"><ns0:Relationship Id="rId3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26345"/>
            <a:ext cx="2016174" cy="8301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13997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Store Location Optimization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014093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 Data Structures &amp; Algorithms Project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KL University 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890389"/>
            <a:ext cx="2520192" cy="10377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1158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Contents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085703"/>
            <a:ext cx="10868745" cy="2881908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Abstract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Introduction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Literature Survey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Problem Statement and Objectives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Hardware and Software Requirements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Results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Conclusion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Future Scope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400"/>
            <a:ext cx="2282173" cy="9397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8995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Abstract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73686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Store Location Optimization selects the best retail store locations while minimizing total operational costs.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It uses the Facility Location Problem to balance opening expenses with customer travel distances.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Greedy and Primal-Dual approximation algorithms help find near-optimal solutions efficiently.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 result is smarter expansion decisions and improved customer convenience.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81323"/>
            <a:ext cx="1846812" cy="7604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547713"/>
            <a:ext cx="10868745" cy="1799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endParaRPr lang="en-US" sz="1450" dirty="0"/>
          </a:p>
          <a:p>
            <a:pPr algn="l" indent="0" marL="0">
              <a:lnSpc>
                <a:spcPct val="13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endParaRPr lang="en-US" sz="1450" dirty="0"/>
          </a:p>
          <a:p>
            <a:pPr algn="l" indent="0" marL="0">
              <a:lnSpc>
                <a:spcPct val="13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endParaRPr lang="en-US" sz="14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661475" y="3621484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Introduction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61475" y="4477643"/>
            <a:ext cx="10868745" cy="1799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Core Challenge</a:t>
            </a:r>
            <a:pPr algn="l" indent="0" marL="0">
              <a:lnSpc>
                <a:spcPct val="13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Minimize store opening costs and customer travel distances.</a:t>
            </a:r>
            <a:endParaRPr lang="en-US" sz="1450" dirty="0"/>
          </a:p>
          <a:p>
            <a:pPr algn="l" indent="0" marL="0">
              <a:lnSpc>
                <a:spcPct val="132000"/>
              </a:lnSpc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Why It Matters</a:t>
            </a:r>
            <a:pPr algn="l" indent="0" marL="0">
              <a:lnSpc>
                <a:spcPct val="13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Customer satisfaction, accessibility, and profitability.</a:t>
            </a:r>
            <a:endParaRPr lang="en-US" sz="1450" dirty="0"/>
          </a:p>
          <a:p>
            <a:pPr algn="l" indent="0" marL="0">
              <a:lnSpc>
                <a:spcPct val="132000"/>
              </a:lnSpc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Solution Approach</a:t>
            </a:r>
            <a:pPr algn="l" indent="0" marL="0">
              <a:lnSpc>
                <a:spcPct val="13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Approximation algorithms help evaluate candidate locations efficiently.</a:t>
            </a:r>
            <a:endParaRPr lang="en-US" sz="14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Expected Outcome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Near-optimal solutions with reduced computational complexity.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16409"/>
            <a:ext cx="2856238" cy="1176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0507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Literature Survey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661475" y="30909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Literature Survey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965079"/>
            <a:ext cx="10868745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 Facility Location Problem is a foundational optimization problem in operations research and computer science.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It combines facility opening costs and customer servicing costs into a single objective.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It has broad applications in retail expansion, logistics, and network design.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Approximation algorithms are practical for large-scale instances where exact optimization is computationally expensive.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These methods provide scalable solutions while balancing cost and service quality.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9373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808784"/>
            <a:ext cx="4676360" cy="19255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033389"/>
            <a:ext cx="2982540" cy="287139"/>
          </a:xfrm>
          <a:prstGeom prst="roundRect">
            <a:avLst>
              <a:gd name="adj" fmla="val 49999"/>
            </a:avLst>
          </a:prstGeom>
          <a:solidFill>
            <a:srgbClr val="EAEDD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2090043"/>
            <a:ext cx="336531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PROBLEM STATEMENT &amp; OBJECTIVES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53315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Objective: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Select a set of store locations that minimizes combined facility opening cost and customer travel/servicing cost.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048198"/>
            <a:ext cx="10868745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Scalability challenge - exact solutions are expensive for large-scale instances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Develop Greedy approximation algorithms for the Uncapacitated Facility Location Problem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Develop Primal-Dual approximation algorithms for improved performance guarantees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Benchmark against ILP-based optimal solutions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Measure cost efficiency and approximation ratios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32371"/>
            <a:ext cx="2338131" cy="962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207716"/>
            <a:ext cx="3374345" cy="287139"/>
          </a:xfrm>
          <a:prstGeom prst="roundRect">
            <a:avLst>
              <a:gd name="adj" fmla="val 49999"/>
            </a:avLst>
          </a:prstGeom>
          <a:solidFill>
            <a:srgbClr val="EAEDDE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2264370"/>
            <a:ext cx="375712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HARDWARE &amp; SOFTWARE REQUIREMENTS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57046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Hardware &amp; Software Requirements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3614638"/>
            <a:ext cx="5203794" cy="214491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OS: Windows 11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Language: Python 3.13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IDE: VS Code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Backend: Flask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Database: SQLite + Flask-SQLAlchemy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Frontend: HTML/CSS/JS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332776" y="3614638"/>
            <a:ext cx="5203794" cy="214491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Data Processing: Pandas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Graph/DSA: NetworkX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Visualization: Matplotlib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Browser: Chrome/Edge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Package Manager: pip + venv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Version Control: Git/GitHub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50267"/>
            <a:ext cx="3005856" cy="123765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974751"/>
            <a:ext cx="2113505" cy="269180"/>
          </a:xfrm>
          <a:prstGeom prst="roundRect">
            <a:avLst>
              <a:gd name="adj" fmla="val 49999"/>
            </a:avLst>
          </a:prstGeom>
          <a:solidFill>
            <a:srgbClr val="EAEDDE"/>
          </a:solidFill>
          <a:ln/>
        </p:spPr>
      </p:sp>
      <p:sp>
        <p:nvSpPr>
          <p:cNvPr id="4" name="Text 1"/>
          <p:cNvSpPr/>
          <p:nvPr/>
        </p:nvSpPr>
        <p:spPr>
          <a:xfrm>
            <a:off x="767735" y="2027833"/>
            <a:ext cx="2510568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ALGORITHMS &amp; APPROACH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61475" y="2310309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Algorithms &amp; Approach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661475" y="3113187"/>
            <a:ext cx="10868745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Two complementary approximation algorithms are used to solve the Facility Location Problem efficiently, balancing practical speed with solution quality.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849291"/>
            <a:ext cx="5351329" cy="15929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3923" y="4045545"/>
            <a:ext cx="488263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Greedy Algorithm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933923" y="4422080"/>
            <a:ext cx="4882631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Iteratively selects the facilities that deliver the best cost reduction. It is fast, practical, and well suited for scalable use.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8892" y="3849291"/>
            <a:ext cx="5351329" cy="159295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51339" y="4045545"/>
            <a:ext cx="488263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Primal-Dual Algorithm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6451339" y="4422080"/>
            <a:ext cx="4882631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Uses linear programming relaxation to produce near-optimal solutions with stronger guarantees, at the cost of more computation.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61475" y="5629077"/>
            <a:ext cx="10868745" cy="678656"/>
          </a:xfrm>
          <a:prstGeom prst="roundRect">
            <a:avLst>
              <a:gd name="adj" fmla="val 39167"/>
            </a:avLst>
          </a:prstGeom>
          <a:solidFill>
            <a:srgbClr val="EAEDD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675" y="5868491"/>
            <a:ext cx="221451" cy="1772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7326" y="5839420"/>
            <a:ext cx="1072527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678458"/>
            <a:ext cx="3670208" cy="1511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18349" y="658316"/>
            <a:ext cx="722770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61475" y="2424212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Results &amp; Performance</a:t>
            </a:r>
            <a:endParaRPr lang="en-US" sz="2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702" y="3699570"/>
            <a:ext cx="292291" cy="25985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4795341"/>
            <a:ext cx="1147833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Both algorithms were rigorously tested and benchmarked against ILP-based optimal solutions on standard test datasets, demonstrating meaningful cost savings and scalability.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61475" y="5071269"/>
            <a:ext cx="10868745" cy="1208782"/>
          </a:xfrm>
          <a:prstGeom prst="rect">
            <a:avLst/>
          </a:prstGeom>
          <a:noFill/>
          <a:ln/>
        </p:spPr>
        <p:txBody>
          <a:bodyPr wrap="square" lIns="0" tIns="51980" rIns="0" bIns="0" rtlCol="0" anchor="t">
            <a:normAutofit/>
          </a:bodyPr>
          <a:lstStyle/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Greedy algorithm provides fast, practical solutions with reasonable approximation ratios.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Primal-Dual algorithm achieves better approximation guarantees.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Solutions were benchmarked against ILP-based optimal solutions.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Demonstrates significant cost savings versus naive selection.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Scalable approach suitable for real-world retail networks.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Clear trade-off analysis between speed and accuracy.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89756"/>
            <a:ext cx="2915768" cy="12005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0729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Conclusion &amp; Future Scope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2741017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Approximation algorithms provide an effective and practical way to solve the Facility Location Problem. They deliver near-optimal results with strong efficiency, making them well suited for real-world retail expansion and store location decisions at scale.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61475" y="3454102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3929559"/>
            <a:ext cx="10868745" cy="2338586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Extend to capacitated facility location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Incorporate dynamic customer demand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Integrate machine learning for prediction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Develop mobile/web interface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Scale to large real-world datasets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Add GPS/traffic integration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AI-based demand prediction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Cloud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669826"/>
            <a:ext cx="2968253" cy="12221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1754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Team &amp; Contact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356682" y="304958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Project Team — Store Location Optimization DSA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564632"/>
            <a:ext cx="3496877" cy="1139924"/>
          </a:xfrm>
          <a:prstGeom prst="roundRect">
            <a:avLst>
              <a:gd name="adj" fmla="val 24873"/>
            </a:avLst>
          </a:prstGeom>
          <a:solidFill>
            <a:srgbClr val="F6EBD4"/>
          </a:solidFill>
          <a:ln w="25399">
            <a:solidFill>
              <a:srgbClr val="626C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5881" y="3779044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Gyanadeep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75881" y="4187726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2520080008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3564632"/>
            <a:ext cx="3496877" cy="1139924"/>
          </a:xfrm>
          <a:prstGeom prst="roundRect">
            <a:avLst>
              <a:gd name="adj" fmla="val 24873"/>
            </a:avLst>
          </a:prstGeom>
          <a:solidFill>
            <a:srgbClr val="F6EBD4"/>
          </a:solidFill>
          <a:ln w="25399">
            <a:solidFill>
              <a:srgbClr val="8379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61766" y="3779044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Suvishal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561766" y="4187726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2520090195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33244" y="3564632"/>
            <a:ext cx="3496877" cy="1139924"/>
          </a:xfrm>
          <a:prstGeom prst="roundRect">
            <a:avLst>
              <a:gd name="adj" fmla="val 24873"/>
            </a:avLst>
          </a:prstGeom>
          <a:solidFill>
            <a:srgbClr val="F6EBD4"/>
          </a:solidFill>
          <a:ln w="25399">
            <a:solidFill>
              <a:srgbClr val="E8AF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47650" y="3779044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G. Mahidhar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247650" y="4187726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2520090138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56682" y="491718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Ready for Follow-Up Discussion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Questions &amp; collaboration welcome.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61475" y="5432227"/>
            <a:ext cx="10868745" cy="755948"/>
          </a:xfrm>
          <a:prstGeom prst="roundRect">
            <a:avLst>
              <a:gd name="adj" fmla="val 37506"/>
            </a:avLst>
          </a:prstGeom>
          <a:solidFill>
            <a:srgbClr val="EAEDD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5699919"/>
            <a:ext cx="236234" cy="1890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75723" y="5668466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KL University · Department of Computer Science · Q3 Project Pitch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2026-08-20T04:07:58Z</dcterms:created>
  <dcterms:modified xsi:type="dcterms:W3CDTF">2026-08-20T04:07:58Z</dcterms:modified>
</cp:coreProperties>
</file>